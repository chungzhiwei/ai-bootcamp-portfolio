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b9a0b074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b9a0b074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52902f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652902f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57717a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57717a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ai-bootcamp-portfolio-qqy4fk5cpdbftyxyuk45lj.streamlit.app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Mahjong Hand Analyzer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Chung Zhi Wei</a:t>
            </a:r>
            <a:endParaRPr b="1" sz="2400"/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2390267" y="2172225"/>
            <a:ext cx="6331500" cy="12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Consult with us on your mahjong tiles in hands and get advice to win.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The Problem</a:t>
            </a:r>
            <a:endParaRPr sz="2400"/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1480150"/>
            <a:ext cx="81099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When playing mahjong, you would come 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across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some hands that seems messy. To add on to that some games have house rules and minimum points making your hand that looks like its complete to be invalid.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Non experienced people would look at their hand and ask what should I do? </a:t>
            </a:r>
            <a:br>
              <a:rPr b="0" lang="en" sz="1800">
                <a:latin typeface="Lato"/>
                <a:ea typeface="Lato"/>
                <a:cs typeface="Lato"/>
                <a:sym typeface="Lato"/>
              </a:rPr>
            </a:br>
            <a:r>
              <a:rPr b="0" lang="en" sz="1800">
                <a:latin typeface="Lato"/>
                <a:ea typeface="Lato"/>
                <a:cs typeface="Lato"/>
                <a:sym typeface="Lato"/>
              </a:rPr>
              <a:t>Well that is where this app comes in, to give you advice on what to do.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The reason for using AI is that this game does have many ways to win and we want to give other options rather than just one calculated route.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50" y="162725"/>
            <a:ext cx="7797625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1378925" y="687400"/>
            <a:ext cx="6406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How it works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1378925" y="1377475"/>
            <a:ext cx="64065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1. </a:t>
            </a: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User fills out information on what is in their hand and what the current rules are.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2. After reviewing their input the user press analyze.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3. Here is where the app takes in the input and builds a prompt.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 Once the prompt is built it sends it over to the AI API.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5. Once the AI API returns with its output, display it for the user.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2855550" y="219044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Live Demo!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50" y="162725"/>
            <a:ext cx="7797625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378925" y="687400"/>
            <a:ext cx="6406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What I learned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7"/>
          <p:cNvSpPr txBox="1"/>
          <p:nvPr>
            <p:ph idx="4294967295" type="body"/>
          </p:nvPr>
        </p:nvSpPr>
        <p:spPr>
          <a:xfrm>
            <a:off x="1378925" y="1377475"/>
            <a:ext cx="64065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Some knowledge are not present in the model. For this case, mahjong is not known by llama. I tried other llama models and they all did not know what mahjong is.  Only when I switch model does it finally know what mahjong is.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If I could do anything differently it would be the UI. I went to make the UI neat and tidy but when bringing it to the game, it takes some time to key in the tiles. 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feature to add next would be  adding the tiles discarded to the analysis.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855550" y="219044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aleway"/>
                <a:ea typeface="Raleway"/>
                <a:cs typeface="Raleway"/>
                <a:sym typeface="Raleway"/>
              </a:rPr>
              <a:t>Thank You!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